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87A65-E81C-BD59-B893-57FB95CC42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AI-Powered Network Intrusion Detection System (NIDS)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02E93-4C6E-6121-DF1A-170969B1E9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Week 1 &amp; Week 2 Progress Presentation(MILESTONE-1)</a:t>
            </a:r>
          </a:p>
          <a:p>
            <a:r>
              <a:rPr lang="en-IN" dirty="0"/>
              <a:t>Name: KONDURU VENNELA RAGHAVA</a:t>
            </a:r>
          </a:p>
        </p:txBody>
      </p:sp>
    </p:spTree>
    <p:extLst>
      <p:ext uri="{BB962C8B-B14F-4D97-AF65-F5344CB8AC3E}">
        <p14:creationId xmlns:p14="http://schemas.microsoft.com/office/powerpoint/2010/main" val="628066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40089-D5D3-1E96-0A0C-1250A2689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06F4A-04BA-D1EF-1E45-2DC4624A5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Network security is critical due to increasing cyber attacks.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Traditional security systems depend on rule-based detection.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These systems fail to detect </a:t>
            </a:r>
            <a:r>
              <a:rPr lang="en-US" b="1" dirty="0"/>
              <a:t>unknown or new attacks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Machine Learning helps detect hidden patterns in network traffic.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Objective:</a:t>
            </a:r>
            <a:r>
              <a:rPr lang="en-US" dirty="0"/>
              <a:t> Build an </a:t>
            </a:r>
            <a:r>
              <a:rPr lang="en-US" b="1" dirty="0"/>
              <a:t>AI-based intrusion detection system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9035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23193-2F21-2B3B-A5EA-06BA37DC4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Goals of the Project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046BEA3-E7B0-6867-EAF9-1359A9D1AA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428726"/>
            <a:ext cx="7681911" cy="200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 malicious network traffic using AI.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Classify traffic as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 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Attack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patterns in network traffic data.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detection accuracy and reduce false alarms.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alerts for suspicious activity.</a:t>
            </a:r>
          </a:p>
        </p:txBody>
      </p:sp>
    </p:spTree>
    <p:extLst>
      <p:ext uri="{BB962C8B-B14F-4D97-AF65-F5344CB8AC3E}">
        <p14:creationId xmlns:p14="http://schemas.microsoft.com/office/powerpoint/2010/main" val="712729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A7E40-11FB-B973-9AD9-E5D0D74CE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Networking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1F9D8-C4AC-BB7D-1848-A4645EE96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TCP (Transmission Control Protocol)</a:t>
            </a:r>
            <a:endParaRPr lang="en-IN" dirty="0"/>
          </a:p>
          <a:p>
            <a:r>
              <a:rPr lang="en-IN" dirty="0"/>
              <a:t>Connection-oriented</a:t>
            </a:r>
          </a:p>
          <a:p>
            <a:r>
              <a:rPr lang="en-IN" dirty="0"/>
              <a:t>Reliable communication</a:t>
            </a:r>
          </a:p>
          <a:p>
            <a:r>
              <a:rPr lang="en-IN" dirty="0"/>
              <a:t>Uses 3-way handshake</a:t>
            </a:r>
          </a:p>
          <a:p>
            <a:r>
              <a:rPr lang="en-IN" b="1" dirty="0"/>
              <a:t>UDP (User Datagram Protocol)</a:t>
            </a:r>
            <a:endParaRPr lang="en-IN" dirty="0"/>
          </a:p>
          <a:p>
            <a:r>
              <a:rPr lang="en-IN" dirty="0"/>
              <a:t>Connectionless</a:t>
            </a:r>
          </a:p>
          <a:p>
            <a:r>
              <a:rPr lang="en-IN" dirty="0"/>
              <a:t>Faster transmission</a:t>
            </a:r>
          </a:p>
          <a:p>
            <a:r>
              <a:rPr lang="en-IN" dirty="0"/>
              <a:t>Used in real-time applications</a:t>
            </a:r>
          </a:p>
          <a:p>
            <a:r>
              <a:rPr lang="en-IN" dirty="0"/>
              <a:t>Other protocols: </a:t>
            </a:r>
            <a:r>
              <a:rPr lang="en-IN" b="1" dirty="0"/>
              <a:t>HTTP, HTTPS, DNS, SSH, ICMP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591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39C20-AF88-77D2-76F7-B980E192D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Network Attacks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886CB-6AB3-F7F9-4C97-9AE9CA47C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attacks analyzed in the dataset:</a:t>
            </a:r>
          </a:p>
          <a:p>
            <a:r>
              <a:rPr lang="en-US" dirty="0"/>
              <a:t>DDoS (Distributed Denial of Service)</a:t>
            </a:r>
          </a:p>
          <a:p>
            <a:r>
              <a:rPr lang="en-US" dirty="0"/>
              <a:t>Brute Force Attacks</a:t>
            </a:r>
          </a:p>
          <a:p>
            <a:r>
              <a:rPr lang="en-US" dirty="0"/>
              <a:t>Port Scanning</a:t>
            </a:r>
          </a:p>
          <a:p>
            <a:r>
              <a:rPr lang="en-US" dirty="0"/>
              <a:t>Injection Attacks</a:t>
            </a:r>
          </a:p>
          <a:p>
            <a:r>
              <a:rPr lang="en-US" dirty="0"/>
              <a:t>SYN Flood</a:t>
            </a:r>
          </a:p>
          <a:p>
            <a:r>
              <a:rPr lang="en-US" dirty="0"/>
              <a:t>Observation: </a:t>
            </a:r>
            <a:r>
              <a:rPr lang="en-US" b="1" dirty="0"/>
              <a:t>Most attacks target TCP-based services.</a:t>
            </a:r>
            <a:endParaRPr lang="en-US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1535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12429-BF14-F0EC-2B09-88AA36F2B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Acquisition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E9585-2F9D-A320-2FCD-94ECA30FA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Datasets used:</a:t>
            </a:r>
          </a:p>
          <a:p>
            <a:r>
              <a:rPr lang="en-IN" b="1" dirty="0"/>
              <a:t>NSL-KDD Dataset</a:t>
            </a:r>
            <a:endParaRPr lang="en-IN" dirty="0"/>
          </a:p>
          <a:p>
            <a:r>
              <a:rPr lang="en-IN" b="1" dirty="0"/>
              <a:t>CICIDS2017 Dataset</a:t>
            </a:r>
            <a:endParaRPr lang="en-IN" dirty="0"/>
          </a:p>
          <a:p>
            <a:r>
              <a:rPr lang="en-IN" dirty="0"/>
              <a:t>These datasets contain </a:t>
            </a:r>
            <a:r>
              <a:rPr lang="en-IN" dirty="0" err="1"/>
              <a:t>labeled</a:t>
            </a:r>
            <a:r>
              <a:rPr lang="en-IN" dirty="0"/>
              <a:t> network traffic including </a:t>
            </a:r>
            <a:r>
              <a:rPr lang="en-IN" b="1" dirty="0"/>
              <a:t>normal traffic and multiple attack types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6212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F627F-B883-919B-9D79-5AA9841A7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9935C-2F5C-175D-2574-A658B3E82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Important features studied:</a:t>
            </a:r>
          </a:p>
          <a:p>
            <a:r>
              <a:rPr lang="en-IN" dirty="0"/>
              <a:t>duration</a:t>
            </a:r>
          </a:p>
          <a:p>
            <a:r>
              <a:rPr lang="en-IN" dirty="0" err="1"/>
              <a:t>protocol_type</a:t>
            </a:r>
            <a:endParaRPr lang="en-IN" dirty="0"/>
          </a:p>
          <a:p>
            <a:r>
              <a:rPr lang="en-IN" dirty="0"/>
              <a:t>service</a:t>
            </a:r>
          </a:p>
          <a:p>
            <a:r>
              <a:rPr lang="en-IN" dirty="0"/>
              <a:t>flag</a:t>
            </a:r>
          </a:p>
          <a:p>
            <a:r>
              <a:rPr lang="en-IN" dirty="0" err="1"/>
              <a:t>src_bytes</a:t>
            </a:r>
            <a:endParaRPr lang="en-IN" dirty="0"/>
          </a:p>
          <a:p>
            <a:r>
              <a:rPr lang="en-IN" dirty="0" err="1"/>
              <a:t>dst_bytes</a:t>
            </a:r>
            <a:endParaRPr lang="en-IN" dirty="0"/>
          </a:p>
          <a:p>
            <a:r>
              <a:rPr lang="en-IN" dirty="0"/>
              <a:t>class label</a:t>
            </a:r>
          </a:p>
          <a:p>
            <a:r>
              <a:rPr lang="en-IN" dirty="0"/>
              <a:t>Purpose: Understand </a:t>
            </a:r>
            <a:r>
              <a:rPr lang="en-IN" b="1" dirty="0"/>
              <a:t>traffic </a:t>
            </a:r>
            <a:r>
              <a:rPr lang="en-IN" b="1" dirty="0" err="1"/>
              <a:t>behavior</a:t>
            </a:r>
            <a:r>
              <a:rPr lang="en-IN" b="1" dirty="0"/>
              <a:t> and attack patterns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4271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9EB8D-1A79-FD8B-C0E0-B75FA6374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375B3-F125-D748-A27E-43099B28E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Analysis performed:</a:t>
            </a:r>
          </a:p>
          <a:p>
            <a:r>
              <a:rPr lang="en-US" dirty="0"/>
              <a:t>Distribution of </a:t>
            </a:r>
            <a:r>
              <a:rPr lang="en-US" b="1" dirty="0"/>
              <a:t>normal vs attack traffic</a:t>
            </a:r>
            <a:endParaRPr lang="en-US" dirty="0"/>
          </a:p>
          <a:p>
            <a:r>
              <a:rPr lang="en-US" dirty="0"/>
              <a:t>Relationship between </a:t>
            </a:r>
            <a:r>
              <a:rPr lang="en-US" b="1" dirty="0"/>
              <a:t>protocol and attack type</a:t>
            </a:r>
            <a:endParaRPr lang="en-US" dirty="0"/>
          </a:p>
          <a:p>
            <a:r>
              <a:rPr lang="en-US" dirty="0"/>
              <a:t>Feature correlation</a:t>
            </a:r>
          </a:p>
          <a:p>
            <a:r>
              <a:rPr lang="en-US" dirty="0"/>
              <a:t>Identification of </a:t>
            </a:r>
            <a:r>
              <a:rPr lang="en-US" b="1" dirty="0"/>
              <a:t>class imbalance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8647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5EAE5-DA3B-05D6-02A6-EF2E1DEE0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Multi-Dimensional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75DC9-BFB1-406D-E1A6-92E79AD88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Techniques used:</a:t>
            </a:r>
          </a:p>
          <a:p>
            <a:r>
              <a:rPr lang="en-US" b="1" dirty="0"/>
              <a:t>Slicing</a:t>
            </a:r>
            <a:r>
              <a:rPr lang="en-US" dirty="0"/>
              <a:t> – Selecting data based on one condition</a:t>
            </a:r>
          </a:p>
          <a:p>
            <a:r>
              <a:rPr lang="en-US" b="1" dirty="0"/>
              <a:t>Dicing</a:t>
            </a:r>
            <a:r>
              <a:rPr lang="en-US" dirty="0"/>
              <a:t> – Applying multiple filters</a:t>
            </a:r>
          </a:p>
          <a:p>
            <a:r>
              <a:rPr lang="en-US" b="1" dirty="0"/>
              <a:t>Roll-up</a:t>
            </a:r>
            <a:r>
              <a:rPr lang="en-US" dirty="0"/>
              <a:t> – Aggregating data</a:t>
            </a:r>
          </a:p>
          <a:p>
            <a:r>
              <a:rPr lang="en-US" b="1" dirty="0"/>
              <a:t>Drill-down</a:t>
            </a:r>
            <a:r>
              <a:rPr lang="en-US" dirty="0"/>
              <a:t> – Viewing detailed data</a:t>
            </a:r>
          </a:p>
          <a:p>
            <a:r>
              <a:rPr lang="en-US" b="1" dirty="0"/>
              <a:t>Pivoting</a:t>
            </a:r>
            <a:r>
              <a:rPr lang="en-US" dirty="0"/>
              <a:t> – Changing data perspective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9510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97299-C15E-36A3-FDAA-B22634C75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74566-0DF4-F88B-79A8-C8B5EB1F9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Steps performed:</a:t>
            </a:r>
          </a:p>
          <a:p>
            <a:r>
              <a:rPr lang="en-US" dirty="0"/>
              <a:t>Removed duplicate records</a:t>
            </a:r>
          </a:p>
          <a:p>
            <a:r>
              <a:rPr lang="en-US" dirty="0"/>
              <a:t>Checked missing values</a:t>
            </a:r>
          </a:p>
          <a:p>
            <a:r>
              <a:rPr lang="en-US" dirty="0"/>
              <a:t>Removed irrelevant features</a:t>
            </a:r>
          </a:p>
          <a:p>
            <a:r>
              <a:rPr lang="en-US" dirty="0"/>
              <a:t>Purpose: Improve </a:t>
            </a:r>
            <a:r>
              <a:rPr lang="en-US" b="1" dirty="0"/>
              <a:t>data quality and model performance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7702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71BC9-5B0B-874E-5968-278376F63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8DE12-CB5F-F5A2-10B4-9BBD6C0BE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Feature engineering techniques:</a:t>
            </a:r>
          </a:p>
          <a:p>
            <a:r>
              <a:rPr lang="en-US" dirty="0"/>
              <a:t>Encoding categorical features</a:t>
            </a:r>
          </a:p>
          <a:p>
            <a:r>
              <a:rPr lang="en-US" dirty="0"/>
              <a:t>Log transformation for skewed features (log(1+x))</a:t>
            </a:r>
          </a:p>
          <a:p>
            <a:r>
              <a:rPr lang="en-US" dirty="0"/>
              <a:t>Normalization of numerical features</a:t>
            </a:r>
          </a:p>
          <a:p>
            <a:r>
              <a:rPr lang="en-US" dirty="0"/>
              <a:t>Dataset split into </a:t>
            </a:r>
            <a:r>
              <a:rPr lang="en-US" b="1" dirty="0"/>
              <a:t>training and testing sets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2184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7F9A3-0126-A2BC-C7D3-64C06080B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Machine Learning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36454-9D71-4D73-F8DB-79B1A3B83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dirty="0"/>
              <a:t>Pipeline followed:</a:t>
            </a:r>
          </a:p>
          <a:p>
            <a:r>
              <a:rPr lang="en-IN" dirty="0"/>
              <a:t>Data Extraction</a:t>
            </a:r>
          </a:p>
          <a:p>
            <a:r>
              <a:rPr lang="en-IN" dirty="0"/>
              <a:t>Data Cleaning</a:t>
            </a:r>
          </a:p>
          <a:p>
            <a:r>
              <a:rPr lang="en-IN" dirty="0"/>
              <a:t>Feature Engineering</a:t>
            </a:r>
          </a:p>
          <a:p>
            <a:r>
              <a:rPr lang="en-IN" dirty="0"/>
              <a:t>Model Training</a:t>
            </a:r>
          </a:p>
          <a:p>
            <a:r>
              <a:rPr lang="en-IN" dirty="0"/>
              <a:t>Model Evaluation</a:t>
            </a:r>
          </a:p>
          <a:p>
            <a:r>
              <a:rPr lang="en-IN" dirty="0"/>
              <a:t>Prediction &amp; Alert Generation</a:t>
            </a:r>
          </a:p>
          <a:p>
            <a:r>
              <a:rPr lang="en-IN" dirty="0"/>
              <a:t>Evaluation metrics include </a:t>
            </a:r>
            <a:r>
              <a:rPr lang="en-IN" b="1" dirty="0"/>
              <a:t>Accuracy, Precision, Recall, F1-Score, and Confusion Matrix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850400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11</TotalTime>
  <Words>384</Words>
  <Application>Microsoft Office PowerPoint</Application>
  <PresentationFormat>Widescreen</PresentationFormat>
  <Paragraphs>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Gill Sans MT</vt:lpstr>
      <vt:lpstr>Wingdings</vt:lpstr>
      <vt:lpstr>Gallery</vt:lpstr>
      <vt:lpstr>AI-Powered Network Intrusion Detection System (NIDS)</vt:lpstr>
      <vt:lpstr>Project Introduction</vt:lpstr>
      <vt:lpstr>Goals of the Project</vt:lpstr>
      <vt:lpstr>Networking Fundamentals</vt:lpstr>
      <vt:lpstr>Types of Network Attacks</vt:lpstr>
      <vt:lpstr>Dataset Acquisition</vt:lpstr>
      <vt:lpstr>Dataset Features</vt:lpstr>
      <vt:lpstr>Dataset Analysis</vt:lpstr>
      <vt:lpstr>Multi-Dimensional Data Analysis</vt:lpstr>
      <vt:lpstr>Data Cleaning</vt:lpstr>
      <vt:lpstr>Data Preprocessing</vt:lpstr>
      <vt:lpstr>Machine Learning Workflow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DEVENDRA KONDURU</dc:creator>
  <cp:lastModifiedBy>DEVENDRA KONDURU</cp:lastModifiedBy>
  <cp:revision>1</cp:revision>
  <dcterms:created xsi:type="dcterms:W3CDTF">2026-03-06T10:07:14Z</dcterms:created>
  <dcterms:modified xsi:type="dcterms:W3CDTF">2026-03-06T10:18:55Z</dcterms:modified>
</cp:coreProperties>
</file>