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FCF7-AB9C-5AD1-61F6-B7698DAE9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AI-Powered Network Intrusion Detection System (NIDS)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614F5-B2B5-520C-847B-D8AB66FC4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698021"/>
          </a:xfrm>
        </p:spPr>
        <p:txBody>
          <a:bodyPr>
            <a:normAutofit/>
          </a:bodyPr>
          <a:lstStyle/>
          <a:p>
            <a:r>
              <a:rPr lang="en-US" dirty="0"/>
              <a:t>Network Intrusion Detection System using Machine Learning</a:t>
            </a:r>
          </a:p>
          <a:p>
            <a:r>
              <a:rPr lang="en-IN" dirty="0"/>
              <a:t>Milestone -2(week-3 and week-4)</a:t>
            </a:r>
          </a:p>
          <a:p>
            <a:r>
              <a:rPr lang="en-IN" dirty="0"/>
              <a:t> name : Vennela Raghava </a:t>
            </a:r>
            <a:r>
              <a:rPr lang="en-IN" dirty="0" err="1"/>
              <a:t>konduru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04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CFF9-2807-5F7E-5943-18062A8B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A86F-BDD9-41F2-3469-C093FD0C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Goal: Build an AI-based </a:t>
            </a:r>
            <a:r>
              <a:rPr lang="en-IN" b="1" dirty="0"/>
              <a:t>Network Intrusion Detection System</a:t>
            </a:r>
            <a:endParaRPr lang="en-IN" dirty="0"/>
          </a:p>
          <a:p>
            <a:r>
              <a:rPr lang="en-IN" dirty="0"/>
              <a:t>Dataset: </a:t>
            </a:r>
            <a:r>
              <a:rPr lang="en-IN" b="1" dirty="0"/>
              <a:t>NSL-KDD / CICIDS2017</a:t>
            </a:r>
            <a:endParaRPr lang="en-IN" dirty="0"/>
          </a:p>
          <a:p>
            <a:r>
              <a:rPr lang="en-IN" dirty="0"/>
              <a:t>Detect multiple attack classes</a:t>
            </a:r>
          </a:p>
          <a:p>
            <a:pPr lvl="1"/>
            <a:r>
              <a:rPr lang="en-IN" dirty="0"/>
              <a:t>Normal</a:t>
            </a:r>
          </a:p>
          <a:p>
            <a:pPr lvl="1"/>
            <a:r>
              <a:rPr lang="en-IN" dirty="0"/>
              <a:t>DoS</a:t>
            </a:r>
          </a:p>
          <a:p>
            <a:pPr lvl="1"/>
            <a:r>
              <a:rPr lang="en-IN" dirty="0"/>
              <a:t>Probe</a:t>
            </a:r>
          </a:p>
          <a:p>
            <a:pPr lvl="1"/>
            <a:r>
              <a:rPr lang="en-IN" dirty="0"/>
              <a:t>R2L</a:t>
            </a:r>
          </a:p>
          <a:p>
            <a:pPr lvl="1"/>
            <a:r>
              <a:rPr lang="en-IN" dirty="0"/>
              <a:t>U2R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98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706B-9D42-9658-0178-015C4555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8136-85F2-9A31-50DE-B3CFA746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Categorical Encoding</a:t>
            </a:r>
          </a:p>
          <a:p>
            <a:r>
              <a:rPr lang="en-IN" dirty="0"/>
              <a:t>Feature Matrix Preparation</a:t>
            </a:r>
          </a:p>
          <a:p>
            <a:r>
              <a:rPr lang="en-IN" dirty="0"/>
              <a:t>Noise Removal</a:t>
            </a:r>
          </a:p>
          <a:p>
            <a:r>
              <a:rPr lang="en-IN" dirty="0"/>
              <a:t>Feature Importance Ranking</a:t>
            </a:r>
          </a:p>
          <a:p>
            <a:r>
              <a:rPr lang="en-IN" dirty="0"/>
              <a:t>Feature Scaling</a:t>
            </a:r>
          </a:p>
          <a:p>
            <a:r>
              <a:rPr lang="en-IN" dirty="0"/>
              <a:t>Class Imbalance Handling</a:t>
            </a:r>
          </a:p>
          <a:p>
            <a:r>
              <a:rPr lang="en-IN" dirty="0"/>
              <a:t>Dimensionality Reduction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002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935A9-E207-2174-E981-994787C0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Categorical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FB1F-FC75-2B14-769C-D442D335C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Encoding techniques used:</a:t>
            </a:r>
          </a:p>
          <a:p>
            <a:r>
              <a:rPr lang="en-US" b="1" dirty="0"/>
              <a:t>One-Hot Encoding</a:t>
            </a:r>
            <a:endParaRPr lang="en-US" dirty="0"/>
          </a:p>
          <a:p>
            <a:r>
              <a:rPr lang="en-US" dirty="0"/>
              <a:t>Applied to </a:t>
            </a:r>
            <a:r>
              <a:rPr lang="en-US" dirty="0" err="1"/>
              <a:t>protocol_type</a:t>
            </a:r>
            <a:r>
              <a:rPr lang="en-US" dirty="0"/>
              <a:t> and flag</a:t>
            </a:r>
          </a:p>
          <a:p>
            <a:r>
              <a:rPr lang="en-US" dirty="0"/>
              <a:t>Creates binary columns for each category</a:t>
            </a:r>
          </a:p>
          <a:p>
            <a:r>
              <a:rPr lang="en-US" b="1" dirty="0"/>
              <a:t>Frequency Encoding</a:t>
            </a:r>
            <a:endParaRPr lang="en-US" dirty="0"/>
          </a:p>
          <a:p>
            <a:r>
              <a:rPr lang="en-US" dirty="0"/>
              <a:t>Applied to service feature</a:t>
            </a:r>
          </a:p>
          <a:p>
            <a:r>
              <a:rPr lang="en-US" dirty="0"/>
              <a:t>Replaces values with occurrence frequency</a:t>
            </a:r>
          </a:p>
          <a:p>
            <a:r>
              <a:rPr lang="en-US" b="1" dirty="0"/>
              <a:t>Important Rule</a:t>
            </a:r>
            <a:endParaRPr lang="en-US" dirty="0"/>
          </a:p>
          <a:p>
            <a:r>
              <a:rPr lang="en-US" dirty="0"/>
              <a:t>Encoder fitted on </a:t>
            </a:r>
            <a:r>
              <a:rPr lang="en-US" b="1" dirty="0"/>
              <a:t>train data only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06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A13B-6FCB-4AE3-A3B8-037023D6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Matrix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E6DA-1B40-75E8-1BE5-16033121A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Steps performed:</a:t>
            </a:r>
          </a:p>
          <a:p>
            <a:r>
              <a:rPr lang="en-IN" dirty="0"/>
              <a:t>Target column </a:t>
            </a:r>
            <a:r>
              <a:rPr lang="en-IN" dirty="0" err="1"/>
              <a:t>attack_class</a:t>
            </a:r>
            <a:r>
              <a:rPr lang="en-IN" dirty="0"/>
              <a:t> encoded using </a:t>
            </a:r>
            <a:r>
              <a:rPr lang="en-IN" b="1" dirty="0" err="1"/>
              <a:t>LabelEncoder</a:t>
            </a:r>
            <a:endParaRPr lang="en-IN" dirty="0"/>
          </a:p>
          <a:p>
            <a:r>
              <a:rPr lang="en-IN" dirty="0"/>
              <a:t>Removed metadata columns:</a:t>
            </a:r>
          </a:p>
          <a:p>
            <a:pPr lvl="1"/>
            <a:r>
              <a:rPr lang="en-IN" dirty="0"/>
              <a:t>label</a:t>
            </a:r>
          </a:p>
          <a:p>
            <a:pPr lvl="1"/>
            <a:r>
              <a:rPr lang="en-IN" dirty="0" err="1"/>
              <a:t>difficulty_level</a:t>
            </a:r>
            <a:endParaRPr lang="en-IN" dirty="0"/>
          </a:p>
          <a:p>
            <a:pPr lvl="1"/>
            <a:r>
              <a:rPr lang="en-IN" dirty="0" err="1"/>
              <a:t>attack_class</a:t>
            </a:r>
            <a:endParaRPr lang="en-IN" dirty="0"/>
          </a:p>
          <a:p>
            <a:pPr lvl="1"/>
            <a:r>
              <a:rPr lang="en-IN" dirty="0" err="1"/>
              <a:t>is_outlier</a:t>
            </a:r>
            <a:endParaRPr lang="en-IN" dirty="0"/>
          </a:p>
          <a:p>
            <a:r>
              <a:rPr lang="en-IN" dirty="0"/>
              <a:t>Created feature matrices:</a:t>
            </a:r>
          </a:p>
          <a:p>
            <a:r>
              <a:rPr lang="en-IN" dirty="0"/>
              <a:t>Test aligned with train columns using </a:t>
            </a:r>
            <a:r>
              <a:rPr lang="en-IN" b="1" dirty="0"/>
              <a:t>reindex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3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A1E3-B860-4AE8-9E2E-9EF200CE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Noise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8C678-9E71-660E-2419-9C7DBC99F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correlation causes redundancy.</a:t>
            </a:r>
          </a:p>
          <a:p>
            <a:r>
              <a:rPr lang="en-US" dirty="0"/>
              <a:t>Method used:</a:t>
            </a:r>
          </a:p>
          <a:p>
            <a:r>
              <a:rPr lang="en-US" dirty="0"/>
              <a:t>Computed </a:t>
            </a:r>
            <a:r>
              <a:rPr lang="en-US" b="1" dirty="0"/>
              <a:t>correlation matrix</a:t>
            </a:r>
            <a:endParaRPr lang="en-US" dirty="0"/>
          </a:p>
          <a:p>
            <a:r>
              <a:rPr lang="en-US" dirty="0"/>
              <a:t>Removed features with </a:t>
            </a:r>
            <a:r>
              <a:rPr lang="en-US" b="1" dirty="0"/>
              <a:t>correlation &gt; 0.95</a:t>
            </a:r>
            <a:endParaRPr lang="en-US" dirty="0"/>
          </a:p>
          <a:p>
            <a:r>
              <a:rPr lang="en-US" dirty="0"/>
              <a:t>Why?</a:t>
            </a:r>
          </a:p>
          <a:p>
            <a:r>
              <a:rPr lang="en-US" dirty="0"/>
              <a:t>Highly correlated features carry duplicate information</a:t>
            </a:r>
          </a:p>
          <a:p>
            <a:r>
              <a:rPr lang="en-US" dirty="0"/>
              <a:t>Removing them reduces noise and improves model efficiency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8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9935-A46E-5D0B-AAA1-83FBAA89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2A305-C92B-00B4-B9B0-1BBB762A7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Scaling method used:</a:t>
            </a:r>
          </a:p>
          <a:p>
            <a:r>
              <a:rPr lang="en-US" b="1" dirty="0" err="1"/>
              <a:t>RobustScaler</a:t>
            </a:r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RobustScaler</a:t>
            </a:r>
            <a:r>
              <a:rPr lang="en-US" dirty="0"/>
              <a:t>?</a:t>
            </a:r>
          </a:p>
          <a:p>
            <a:r>
              <a:rPr lang="en-US" dirty="0"/>
              <a:t>Uses </a:t>
            </a:r>
            <a:r>
              <a:rPr lang="en-US" b="1" dirty="0"/>
              <a:t>median and IQR</a:t>
            </a:r>
            <a:endParaRPr lang="en-US" dirty="0"/>
          </a:p>
          <a:p>
            <a:r>
              <a:rPr lang="en-US" dirty="0"/>
              <a:t>Less sensitive to outliers</a:t>
            </a:r>
          </a:p>
          <a:p>
            <a:r>
              <a:rPr lang="en-US" dirty="0"/>
              <a:t>Better for network traffic data</a:t>
            </a:r>
          </a:p>
          <a:p>
            <a:r>
              <a:rPr lang="en-US" dirty="0"/>
              <a:t>Important rule:</a:t>
            </a:r>
          </a:p>
          <a:p>
            <a:r>
              <a:rPr lang="en-US" dirty="0"/>
              <a:t>Fit on </a:t>
            </a:r>
            <a:r>
              <a:rPr lang="en-US" b="1" dirty="0"/>
              <a:t>train</a:t>
            </a:r>
            <a:endParaRPr lang="en-US" dirty="0"/>
          </a:p>
          <a:p>
            <a:r>
              <a:rPr lang="en-US" dirty="0"/>
              <a:t>Apply to </a:t>
            </a:r>
            <a:r>
              <a:rPr lang="en-US" b="1" dirty="0"/>
              <a:t>test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86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26D7-9399-F87D-2393-E260032B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Class Imbalance (SMOTE)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4520E-608E-03BD-2A4D-2D29B2EE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Problem:</a:t>
            </a:r>
          </a:p>
          <a:p>
            <a:r>
              <a:rPr lang="en-IN" dirty="0"/>
              <a:t>DoS attacks → many samples</a:t>
            </a:r>
          </a:p>
          <a:p>
            <a:r>
              <a:rPr lang="en-IN" dirty="0"/>
              <a:t>U2R attacks → very few samples</a:t>
            </a:r>
          </a:p>
          <a:p>
            <a:r>
              <a:rPr lang="en-IN" dirty="0"/>
              <a:t>Solution:  SMOTE (Synthetic Minority Oversampling Technique)</a:t>
            </a:r>
          </a:p>
          <a:p>
            <a:r>
              <a:rPr lang="en-IN" dirty="0"/>
              <a:t>What it does:</a:t>
            </a:r>
          </a:p>
          <a:p>
            <a:r>
              <a:rPr lang="en-IN" dirty="0"/>
              <a:t>Generates synthetic samples</a:t>
            </a:r>
          </a:p>
          <a:p>
            <a:r>
              <a:rPr lang="en-IN" dirty="0"/>
              <a:t>Balances minority classes</a:t>
            </a:r>
          </a:p>
          <a:p>
            <a:r>
              <a:rPr lang="en-IN" dirty="0"/>
              <a:t>Applied only to: </a:t>
            </a:r>
            <a:r>
              <a:rPr lang="en-IN" b="1" dirty="0"/>
              <a:t>Training dataset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168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7755-FCF9-1428-D806-102973B1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EFF91-721D-D5C5-FC7A-44FF4BBBE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 helps visually verify whether attack classes are separable in the feature space.</a:t>
            </a:r>
          </a:p>
          <a:p>
            <a:r>
              <a:rPr lang="en-US" dirty="0"/>
              <a:t>Used </a:t>
            </a:r>
            <a:r>
              <a:rPr lang="en-US" b="1" dirty="0"/>
              <a:t>Principal Component Analysis</a:t>
            </a:r>
            <a:endParaRPr lang="en-US" dirty="0"/>
          </a:p>
          <a:p>
            <a:r>
              <a:rPr lang="en-US" dirty="0"/>
              <a:t>Purpose:</a:t>
            </a:r>
          </a:p>
          <a:p>
            <a:r>
              <a:rPr lang="en-US" dirty="0"/>
              <a:t>Visualize class separation</a:t>
            </a:r>
          </a:p>
          <a:p>
            <a:r>
              <a:rPr lang="en-US" dirty="0"/>
              <a:t>Reduce dimensionality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67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D05F-9697-7386-BDC5-B3C9490D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Supervised Model </a:t>
            </a:r>
            <a:r>
              <a:rPr lang="en-IN" dirty="0" err="1"/>
              <a:t>TrainING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71D3B-1AFC-36B6-89A2-E5FEB76C2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Models trained:</a:t>
            </a:r>
          </a:p>
          <a:p>
            <a:r>
              <a:rPr lang="en-US" b="1" dirty="0"/>
              <a:t>Random Forest</a:t>
            </a:r>
            <a:endParaRPr lang="en-US" dirty="0"/>
          </a:p>
          <a:p>
            <a:r>
              <a:rPr lang="en-US" b="1" dirty="0"/>
              <a:t>Support Vector Machine (SVM)</a:t>
            </a:r>
            <a:endParaRPr lang="en-US" dirty="0"/>
          </a:p>
          <a:p>
            <a:r>
              <a:rPr lang="en-US" b="1" dirty="0"/>
              <a:t>Logistic Regression</a:t>
            </a:r>
            <a:endParaRPr lang="en-US" dirty="0"/>
          </a:p>
          <a:p>
            <a:r>
              <a:rPr lang="en-US" dirty="0"/>
              <a:t>Evaluation Metrics:</a:t>
            </a:r>
          </a:p>
          <a:p>
            <a:r>
              <a:rPr lang="en-US" dirty="0"/>
              <a:t>Accuracy</a:t>
            </a:r>
          </a:p>
          <a:p>
            <a:r>
              <a:rPr lang="en-US" dirty="0"/>
              <a:t>Precision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F1 Score</a:t>
            </a:r>
          </a:p>
          <a:p>
            <a:r>
              <a:rPr lang="en-US" dirty="0"/>
              <a:t>These models learn patterns in network traffic and classify whether the activity is normal or malicious.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712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7EC6-47FF-8FD1-8C4F-8CD67490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9D7068-C36E-E9E8-4C96-4D7E03892B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14927"/>
            <a:ext cx="104695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performed feature engineering and feature selection on the network intrusion dataset.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noisy, redundant, and low-variance features to improve data quality.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Random Forest feature importance to identify the most relevant features.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class imbalance using SMOTE to improve detection of rare attacks.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PCA visualization to understand class separation.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a balanced and optimized dataset for supervised machine learning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models such as Random Forest, SVM, and Logistic Regression and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them using Accuracy, Precision, Recall, and F1-Score.</a:t>
            </a:r>
          </a:p>
        </p:txBody>
      </p:sp>
    </p:spTree>
    <p:extLst>
      <p:ext uri="{BB962C8B-B14F-4D97-AF65-F5344CB8AC3E}">
        <p14:creationId xmlns:p14="http://schemas.microsoft.com/office/powerpoint/2010/main" val="11936041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</TotalTime>
  <Words>428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Wingdings</vt:lpstr>
      <vt:lpstr>Gallery</vt:lpstr>
      <vt:lpstr>AI-Powered Network Intrusion Detection System (NIDS)</vt:lpstr>
      <vt:lpstr>Project Overview</vt:lpstr>
      <vt:lpstr>Feature Engineering Workflow</vt:lpstr>
      <vt:lpstr>Categorical Encoding</vt:lpstr>
      <vt:lpstr>Feature Matrix Preparation</vt:lpstr>
      <vt:lpstr>Noise Removal</vt:lpstr>
      <vt:lpstr>Feature Scaling</vt:lpstr>
      <vt:lpstr>Handling Class Imbalance (SMOTE)</vt:lpstr>
      <vt:lpstr>PCA</vt:lpstr>
      <vt:lpstr>Supervised Model TrainING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DEVENDRA KONDURU</dc:creator>
  <cp:lastModifiedBy>DEVENDRA KONDURU</cp:lastModifiedBy>
  <cp:revision>1</cp:revision>
  <dcterms:created xsi:type="dcterms:W3CDTF">2026-03-06T10:24:03Z</dcterms:created>
  <dcterms:modified xsi:type="dcterms:W3CDTF">2026-03-06T10:39:02Z</dcterms:modified>
</cp:coreProperties>
</file>